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bonacci-Control-cove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ПРЕЗЕНТАЦИЯ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F5F5F7"/>
                </a:solidFill>
                <a:latin typeface="Arial"/>
              </a:rPr>
              <a:t>Fibonacci Control — обзор CRM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F5F5F7"/>
                </a:solidFill>
                <a:latin typeface="Arial"/>
              </a:rPr>
              <a:t>На следующих страницах — реальные экраны системы (демо-режим, данные демонстрационные): рабочий стол, ИИ-сотрудник «Жан», сделки, клиенты, каталог, WhatsApp, склад и отгрузки, аналитика, финансы, госзакупки, команда и инструменты — и страница тарифов.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5F5F7"/>
                </a:solidFill>
                <a:latin typeface="Arial"/>
              </a:rPr>
              <a:t>Всё это — одна система, готовая к работе под ключ.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app.fibonaccicontrol.com · демо-доступ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ГЛАВНОЕ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Обзор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Рабочий стол: заработок, деньги в работе, задачи, команда и ИИ — на одном экране.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ИИ-СОТРУДНИК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Жан (ИИ)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Собирает КП, ищет товар, отвечает клиентам, ставит задачи — голосом и текстом.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ПРОДАЖИ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Сделки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Воронка сделок: этапы, суммы, ответственные и массовые действия.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de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ПРОДАЖИ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Клиенты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Единая база: контакты, история сделок, LTV и поиск дублей.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КАТАЛОГ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Каталог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Товары с фото, ценами и остатками — тысячи позиций в одном месте.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КОММУНИКАЦИИ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Мессенджеры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WhatsApp прямо в CRM — с номера менеджера, переписка привязана к сделке.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-messen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СКЛАД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Склад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Остатки и инвентаризация по складам в реальном времени.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СКЛАД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Отгрузки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Комплектация и выдача товара: от сборки до передачи клиенту.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ship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Аналитика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Выручка, воронка, KPI сотрудников и прогноз продаж.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ФИНАНСЫ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Финансы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Счета, оплаты и дебиторка под контролем.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-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ГОСЗАКУПКИ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Госзакупки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Тендеры Казахстана с 4 порталов: лоты, спецификация, расчёт цены.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-ten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Команда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Роли и доступы, статусы «кто где» и GPS-смены выездных.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ИНСТРУМЕНТЫ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Визуализации и расчёты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ИИ-визуализация интерьера по фото и точные расчёты: плитка, раскрой.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-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D9AE5A"/>
                </a:solidFill>
                <a:latin typeface="Arial"/>
              </a:rPr>
              <a:t>ТАРИФЫ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F5F5F7"/>
                </a:solidFill>
                <a:latin typeface="Arial"/>
              </a:rPr>
              <a:t>Тарифы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2529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9AA4B2"/>
                </a:solidFill>
                <a:latin typeface="Arial"/>
              </a:rPr>
              <a:t>Старт 19 000 · Бизнес 49 000 · Холдинг от 99 000 ₸/мес.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4687" y="1627632"/>
            <a:ext cx="10202320" cy="5148072"/>
          </a:xfrm>
          <a:prstGeom prst="roundRect">
            <a:avLst/>
          </a:prstGeom>
          <a:noFill/>
          <a:ln w="15875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3" y="1664208"/>
            <a:ext cx="1012916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ЯЗЫКИ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5F5F7"/>
                </a:solidFill>
                <a:latin typeface="Arial"/>
              </a:rPr>
              <a:t>Интерфейс на трёх языках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5F5F7"/>
                </a:solidFill>
                <a:latin typeface="Arial"/>
              </a:rPr>
              <a:t>Русский — основной · English — для международного рынка · Қазақша — для Казахстана. Переключение языка в один клик, весь интерфейс переведён полностью.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1463040"/>
            <a:ext cx="2926080" cy="2926080"/>
          </a:xfrm>
          <a:prstGeom prst="ellipse">
            <a:avLst/>
          </a:prstGeom>
          <a:noFill/>
          <a:ln w="17780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2011680"/>
            <a:ext cx="1828800" cy="1828800"/>
          </a:xfrm>
          <a:prstGeom prst="ellipse">
            <a:avLst/>
          </a:prstGeom>
          <a:noFill/>
          <a:ln w="17780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04120" y="2514600"/>
            <a:ext cx="1005840" cy="1005840"/>
          </a:xfrm>
          <a:prstGeom prst="ellipse">
            <a:avLst/>
          </a:prstGeom>
          <a:noFill/>
          <a:ln w="17780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F5F5F7"/>
                </a:solidFill>
                <a:latin typeface="Arial"/>
              </a:rPr>
              <a:t>Готовы показать вживую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9AA4B2"/>
                </a:solidFill>
                <a:latin typeface="Arial"/>
              </a:rPr>
              <a:t>Fibonacci Control — CRM с ИИ-сотрудником и WhatsApp для торговых компаний. Демо-доступ ко всем модулям — за минуту.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D9AE5A"/>
                </a:solidFill>
                <a:latin typeface="Arial"/>
              </a:rPr>
              <a:t>Fibonacci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5F7"/>
                </a:solidFill>
                <a:latin typeface="Arial"/>
              </a:rPr>
              <a:t>Sariyev IT Solutions · Астана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97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fibonaccicontrol.com · app.fibonaccicontrol.com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